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28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jpe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1409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How the Web Works: From URL to Display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9263" y="0"/>
            <a:ext cx="3271228" cy="6858000"/>
          </a:xfrm>
          <a:custGeom>
            <a:avLst/>
            <a:gdLst/>
            <a:ahLst/>
            <a:cxnLst/>
            <a:rect l="l" t="t" r="r" b="b"/>
            <a:pathLst>
              <a:path w="3271228" h="6858000">
                <a:moveTo>
                  <a:pt x="0" y="0"/>
                </a:moveTo>
                <a:lnTo>
                  <a:pt x="1486409" y="0"/>
                </a:lnTo>
                <a:lnTo>
                  <a:pt x="1646151" y="125533"/>
                </a:lnTo>
                <a:cubicBezTo>
                  <a:pt x="2638627" y="944596"/>
                  <a:pt x="3271228" y="2184140"/>
                  <a:pt x="3271228" y="3571436"/>
                </a:cubicBezTo>
                <a:cubicBezTo>
                  <a:pt x="3271228" y="4804588"/>
                  <a:pt x="2771395" y="5920998"/>
                  <a:pt x="1963273" y="6729119"/>
                </a:cubicBezTo>
                <a:lnTo>
                  <a:pt x="1828094" y="6858000"/>
                </a:lnTo>
                <a:lnTo>
                  <a:pt x="815048" y="6858000"/>
                </a:lnTo>
                <a:lnTo>
                  <a:pt x="895225" y="6806600"/>
                </a:lnTo>
                <a:cubicBezTo>
                  <a:pt x="1915452" y="6117348"/>
                  <a:pt x="2586222" y="4950115"/>
                  <a:pt x="2586222" y="3626215"/>
                </a:cubicBezTo>
                <a:cubicBezTo>
                  <a:pt x="2586222" y="1971340"/>
                  <a:pt x="1538143" y="561257"/>
                  <a:pt x="69553" y="23534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339263" y="0"/>
            <a:ext cx="3271228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32" y="270952"/>
            <a:ext cx="3276600" cy="5918200"/>
          </a:xfrm>
          <a:prstGeom prst="rect">
            <a:avLst/>
          </a:prstGeom>
        </p:spPr>
      </p:pic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55370" y="1233805"/>
            <a:ext cx="4064000" cy="812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782663" y="1701989"/>
            <a:ext cx="4360787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Web Foundations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7292621" y="3846796"/>
            <a:ext cx="4793036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836515" y="5909940"/>
            <a:ext cx="400261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Page Assembly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Web Foundations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422900"/>
            <a:ext cx="8810625" cy="1007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The Web &amp; the Browser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554355"/>
            <a:ext cx="1414780" cy="107569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15" y="554355"/>
            <a:ext cx="1414780" cy="107569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890" y="559435"/>
            <a:ext cx="1414780" cy="10756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470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 of the Web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39470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web is a global network of interconnected computers that share information through hyperlinks. It allows users to access and navigate through vast amounts of data stored on servers worldwide.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34535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Role of the Browser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3453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browser acts as a client, requesting web pages from servers. It interprets HTML, CSS, and JavaScript to display content to users. Popular browsers include Chrome, Firefox, and Safari.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61655" y="1245870"/>
            <a:ext cx="3477260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URL Connection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6165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Typing a URL in the browser initiates a connection to the server hosting the requested page. The server responds with the web page data, which the browser then renders for the user.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7971" y="819082"/>
            <a:ext cx="4677917" cy="54902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6847971" y="819082"/>
            <a:ext cx="4677917" cy="5490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3575" y="5517515"/>
            <a:ext cx="6209030" cy="780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The Request/Response Cycle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7-d2nfaop8bjvh7rlj0i9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45" y="1597073"/>
            <a:ext cx="4697341" cy="2642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7408" y="1597073"/>
            <a:ext cx="1030037" cy="631057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4"/>
          <p:cNvSpPr/>
          <p:nvPr/>
        </p:nvSpPr>
        <p:spPr>
          <a:xfrm>
            <a:off x="767408" y="1597073"/>
            <a:ext cx="1030037" cy="63105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27448" y="1916832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6892290" y="1269365"/>
            <a:ext cx="4576445" cy="718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HTTP Request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24688" y="2030506"/>
            <a:ext cx="426330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browser sends an HTTP request to the server for a specific resource, such as a web page. This request includes details like the URL, headers, and sometimes data.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82130" y="4077335"/>
            <a:ext cx="4504055" cy="8423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HTTP Response and Status Codes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24688" y="4540101"/>
            <a:ext cx="4263303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server responds with an HTTP response containing the requested resource and a status code. Common codes include 200 for success and 404 for not found. HTTPS encrypts this communication for security.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7-d2nfar98bjvh7rlj0iug.jpg"/>
          <p:cNvPicPr>
            <a:picLocks noChangeAspect="1"/>
          </p:cNvPicPr>
          <p:nvPr/>
        </p:nvPicPr>
        <p:blipFill>
          <a:blip r:embed="rId3">
            <a:alphaModFix amt="52000"/>
          </a:blip>
          <a:srcRect/>
          <a:stretch/>
        </p:blipFill>
        <p:spPr>
          <a:xfrm flipH="1"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3733171"/>
            <a:ext cx="12232332" cy="2837808"/>
          </a:xfrm>
          <a:prstGeom prst="rect">
            <a:avLst/>
          </a:prstGeom>
          <a:solidFill>
            <a:srgbClr val="40404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24680" y="3733171"/>
            <a:ext cx="12232332" cy="2837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75293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5293" y="1486555"/>
            <a:ext cx="236131" cy="236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305" y="485140"/>
            <a:ext cx="10487025" cy="885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HTML: Structure of the Page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1270532"/>
            <a:ext cx="12232331" cy="2247372"/>
          </a:xfrm>
          <a:prstGeom prst="rect">
            <a:avLst/>
          </a:prstGeom>
          <a:solidFill>
            <a:srgbClr val="FFFFFF">
              <a:alpha val="47843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0" y="1270532"/>
            <a:ext cx="12232331" cy="224737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51957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1957" y="1486555"/>
            <a:ext cx="236131" cy="236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1" descr="https://kimi-img.moonshot.cn/pub/slides/slides_tmpl/image/25-08-27-20:09:12-d2nfaq18bjvh7rlj0i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10" y="1386524"/>
            <a:ext cx="6985000" cy="3302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7409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0"/>
          <p:cNvSpPr/>
          <p:nvPr/>
        </p:nvSpPr>
        <p:spPr>
          <a:xfrm>
            <a:off x="767409" y="372581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67409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6" name="Text 12"/>
          <p:cNvSpPr/>
          <p:nvPr/>
        </p:nvSpPr>
        <p:spPr>
          <a:xfrm>
            <a:off x="767409" y="580703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789973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8" name="Text 14"/>
          <p:cNvSpPr/>
          <p:nvPr/>
        </p:nvSpPr>
        <p:spPr>
          <a:xfrm>
            <a:off x="6789973" y="580703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776915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776915" y="372581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7700" y="1935480"/>
            <a:ext cx="5483860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HTML Definition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2169" y="2305820"/>
            <a:ext cx="5073791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HTML (HyperText Markup Language) defines the structure and content of a web page using elements and tags. It provides the basic framework that browsers use to display content.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7700" y="4386580"/>
            <a:ext cx="546481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HTML Elements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62169" y="47569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HTML elements include headings (h1-h6), paragraphs (p), links (a), and images (img). These elements help organize and present content on the page.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650355" y="1935480"/>
            <a:ext cx="54838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Document Object Model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665325" y="23058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Document Object Model (DOM) is a tree-like structure created by the browser from HTML. It represents the page's content and allows JavaScript to interact with it.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670040" y="4386580"/>
            <a:ext cx="546481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Semantic HTML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684733" y="47569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Semantic HTML uses meaningful tags to describe content, improving accessibility and SEO. Examples include &lt;header&gt;, &lt;footer&gt;, &lt;article&gt;, and &lt;section&gt;.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6-d2nfaoh8bjvh7rlj0i6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5148" y="-1"/>
            <a:ext cx="7178987" cy="68580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solidFill>
            <a:srgbClr val="404040">
              <a:alpha val="67843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8-27-20:09:05-d2nfao98bjvh7rlj0i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73" y="851740"/>
            <a:ext cx="3767263" cy="2511509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06-d2nfaoh8bjvh7rlj0i5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973" y="3426741"/>
            <a:ext cx="3767263" cy="249610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06-d2nfaoh8bjvh7rlj0i6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895" y="863300"/>
            <a:ext cx="1788699" cy="13700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8-27-20:09:06-d2nfaoh8bjvh7rlj0i7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163" y="2302450"/>
            <a:ext cx="1779431" cy="2387497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8-27-20:09:06-d2nfaoh8bjvh7rlj0i8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72163" y="4759032"/>
            <a:ext cx="1779431" cy="1163809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64490" y="1007110"/>
            <a:ext cx="3987800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CSS: Style &amp; Presentation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364490" y="3611880"/>
            <a:ext cx="44272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DB4E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CSS Overview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364490" y="4256405"/>
            <a:ext cx="4383405" cy="2402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CSS (Cascading Style Sheets) controls the visual presentation of HTML content. It manages colors, fonts, spacing, and layout, enhancing the user experience and making web pages visually appealing.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Page Assembly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2F3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12976"/>
            <a:ext cx="12192000" cy="364502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231221"/>
            <a:ext cx="911424" cy="637939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31221"/>
            <a:ext cx="911424" cy="63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08342" y="5594566"/>
            <a:ext cx="802312" cy="47555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5"/>
          <p:cNvSpPr/>
          <p:nvPr/>
        </p:nvSpPr>
        <p:spPr>
          <a:xfrm>
            <a:off x="10908342" y="5594566"/>
            <a:ext cx="802312" cy="475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5460" y="713740"/>
            <a:ext cx="6583045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How a Page Loads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8-27-20:09:10-d2nfaph8bjvh7rlj0iig.png"/>
          <p:cNvPicPr>
            <a:picLocks noChangeAspect="1"/>
          </p:cNvPicPr>
          <p:nvPr/>
        </p:nvPicPr>
        <p:blipFill>
          <a:blip r:embed="rId3"/>
          <a:srcRect l="127" r="127"/>
          <a:stretch/>
        </p:blipFill>
        <p:spPr>
          <a:xfrm>
            <a:off x="4254348" y="1660800"/>
            <a:ext cx="3802640" cy="48416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1160" y="3639971"/>
            <a:ext cx="3904615" cy="564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Initial HTML Request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1160" y="4231221"/>
            <a:ext cx="3627120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browser first requests the HTML file from the server. This file contains the basic structure and content of the web page.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00240" y="1004570"/>
            <a:ext cx="4710430" cy="475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Resource Discovery and Requests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66844" y="1475294"/>
            <a:ext cx="3643810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browser parses the HTML and discovers additional resources like CSS, images, and JavaScript. It then sends separate HTTP requests for each of these resources.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26120" y="3621556"/>
            <a:ext cx="3522980" cy="511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Rendering the Page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6047" y="4231221"/>
            <a:ext cx="3324607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Once all resources are fetched, the browser assembles everything and renders the final page, displaying it to the user.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0-d2nfaph8bjvh7rlj0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60" y="738505"/>
            <a:ext cx="912495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Summary: How the Web Works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95960" y="1735455"/>
            <a:ext cx="563245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Web Interaction Process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5960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web works through a series of interactions: the browser connects to a server via a URL, sends HTTP requests, and receives HTTP responses.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1749425"/>
            <a:ext cx="515239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Technologies and Page Assembly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6045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HTML provides structure, CSS adds style, and JavaScript enhances interactivity. The browser loads these components, assembles them, and renders the final page.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Widescreen</PresentationFormat>
  <Paragraphs>60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Source Han Sans SC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Web Works: From URL to Display</dc:title>
  <dc:subject>How the Web Works: From URL to Display</dc:subject>
  <dc:creator>Kimi</dc:creator>
  <cp:lastModifiedBy>Sean</cp:lastModifiedBy>
  <cp:revision>2</cp:revision>
  <dcterms:created xsi:type="dcterms:W3CDTF">2025-12-05T00:30:22Z</dcterms:created>
  <dcterms:modified xsi:type="dcterms:W3CDTF">2025-12-05T00:30:47Z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{"Label":"How the Web Works: From URL to Display","ContentProducer":"001191110108MACG2KBH8F10000","ProduceID":"d4p2dsff2en5ddl5lvn0","ReservedCode1":"","ContentPropagator":"001191110108MACG2KBH8F20000","PropagateID":"d4p2dsff2en5ddl5lvn0","ReservedCode2":""}</vt:lpwstr>
  </property>
</Properties>
</file>